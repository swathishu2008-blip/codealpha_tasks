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sldSz cx="10688638" cy="756285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56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6428" y="266021"/>
            <a:ext cx="429515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 smtClean="0">
                <a:solidFill>
                  <a:srgbClr val="191919"/>
                </a:solidFill>
                <a:latin typeface="Arial"/>
              </a:rPr>
              <a:t>AUTOMATION </a:t>
            </a:r>
            <a:r>
              <a:rPr sz="2000" b="1" dirty="0">
                <a:solidFill>
                  <a:srgbClr val="191919"/>
                </a:solidFill>
                <a:latin typeface="Arial"/>
              </a:rPr>
              <a:t>SYSTEM </a:t>
            </a:r>
            <a:r>
              <a:rPr sz="2000" b="1" dirty="0" smtClean="0">
                <a:solidFill>
                  <a:srgbClr val="191919"/>
                </a:solidFill>
                <a:latin typeface="Arial"/>
              </a:rPr>
              <a:t>DESIGN</a:t>
            </a:r>
            <a:r>
              <a:rPr lang="en-US" sz="2000" b="1" dirty="0" smtClean="0">
                <a:solidFill>
                  <a:srgbClr val="191919"/>
                </a:solidFill>
                <a:latin typeface="Arial"/>
              </a:rPr>
              <a:t> </a:t>
            </a:r>
            <a:endParaRPr sz="2000" b="1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23292" y="254101"/>
            <a:ext cx="436048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191919"/>
                </a:solidFill>
                <a:latin typeface="Arial"/>
              </a:rPr>
              <a:t>SMART HOME LIGHTING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9950" y="1046274"/>
            <a:ext cx="3475054" cy="8925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 smtClean="0">
                <a:solidFill>
                  <a:srgbClr val="191919"/>
                </a:solidFill>
                <a:latin typeface="Arial"/>
              </a:rPr>
              <a:t>Name</a:t>
            </a:r>
            <a:r>
              <a:rPr lang="en-US" sz="1600" b="0" dirty="0" smtClean="0">
                <a:solidFill>
                  <a:srgbClr val="191919"/>
                </a:solidFill>
                <a:latin typeface="Arial"/>
              </a:rPr>
              <a:t> </a:t>
            </a:r>
            <a:r>
              <a:rPr sz="1600" b="0" dirty="0" smtClean="0">
                <a:solidFill>
                  <a:srgbClr val="191919"/>
                </a:solidFill>
                <a:latin typeface="Arial"/>
              </a:rPr>
              <a:t>:</a:t>
            </a:r>
            <a:r>
              <a:rPr lang="en-US" sz="1600" b="0" dirty="0" smtClean="0">
                <a:solidFill>
                  <a:srgbClr val="191919"/>
                </a:solidFill>
                <a:latin typeface="Arial"/>
              </a:rPr>
              <a:t> SWATHI M</a:t>
            </a:r>
            <a:r>
              <a:rPr sz="1600" dirty="0"/>
              <a:t/>
            </a:r>
            <a:br>
              <a:rPr sz="1600" dirty="0"/>
            </a:br>
            <a:r>
              <a:rPr dirty="0"/>
              <a:t>Submitted Date: 3.10.2026</a:t>
            </a:r>
            <a:br>
              <a:rPr dirty="0"/>
            </a:br>
            <a:r>
              <a:rPr dirty="0"/>
              <a:t>Topic: Smart Home Lighting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273531" y="1094785"/>
            <a:ext cx="4572000" cy="6309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56411" y="1149650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rial"/>
              </a:rPr>
              <a:t>FLOWCHART</a:t>
            </a:r>
          </a:p>
        </p:txBody>
      </p:sp>
      <p:sp>
        <p:nvSpPr>
          <p:cNvPr id="9" name="Oval 8"/>
          <p:cNvSpPr/>
          <p:nvPr/>
        </p:nvSpPr>
        <p:spPr>
          <a:xfrm>
            <a:off x="3919451" y="1606850"/>
            <a:ext cx="1325880" cy="411480"/>
          </a:xfrm>
          <a:prstGeom prst="ellipse">
            <a:avLst/>
          </a:prstGeom>
          <a:solidFill>
            <a:srgbClr val="F5F5F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91919"/>
                </a:solidFill>
                <a:latin typeface="Arial"/>
              </a:rPr>
              <a:t>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9411" y="2155490"/>
            <a:ext cx="1965960" cy="566928"/>
          </a:xfrm>
          <a:prstGeom prst="rect">
            <a:avLst/>
          </a:prstGeom>
          <a:solidFill>
            <a:srgbClr val="E1EEFA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191919"/>
                </a:solidFill>
                <a:latin typeface="Arial"/>
              </a:rPr>
              <a:t>Initialize System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chemeClr val="accent2"/>
                </a:solidFill>
              </a:rPr>
              <a:t>Arduino / ESP32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9411" y="2868722"/>
            <a:ext cx="196596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191919"/>
                </a:solidFill>
                <a:latin typeface="Arial"/>
              </a:rPr>
              <a:t>Read LDR Value</a:t>
            </a:r>
            <a:r>
              <a:rPr dirty="0"/>
              <a:t/>
            </a:r>
            <a:br>
              <a:rPr dirty="0"/>
            </a:br>
            <a:r>
              <a:rPr dirty="0"/>
              <a:t>(</a:t>
            </a:r>
            <a:r>
              <a:rPr dirty="0">
                <a:solidFill>
                  <a:schemeClr val="accent2"/>
                </a:solidFill>
              </a:rPr>
              <a:t>Light Level)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3545378"/>
            <a:ext cx="1965960" cy="704088"/>
          </a:xfrm>
          <a:prstGeom prst="rect">
            <a:avLst/>
          </a:prstGeom>
          <a:solidFill>
            <a:srgbClr val="FFFFFF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191919"/>
                </a:solidFill>
                <a:latin typeface="Arial"/>
              </a:rPr>
              <a:t>Read PIR Value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chemeClr val="accent2"/>
                </a:solidFill>
              </a:rPr>
              <a:t>(Motion Detection)</a:t>
            </a:r>
          </a:p>
        </p:txBody>
      </p:sp>
      <p:sp>
        <p:nvSpPr>
          <p:cNvPr id="13" name="Diamond 12"/>
          <p:cNvSpPr/>
          <p:nvPr/>
        </p:nvSpPr>
        <p:spPr>
          <a:xfrm>
            <a:off x="3466823" y="4322621"/>
            <a:ext cx="2221990" cy="1010408"/>
          </a:xfrm>
          <a:prstGeom prst="diamond">
            <a:avLst/>
          </a:prstGeom>
          <a:solidFill>
            <a:srgbClr val="FFF8D7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191919"/>
                </a:solidFill>
                <a:latin typeface="Arial"/>
              </a:rPr>
              <a:t>Is it dark?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chemeClr val="accent2"/>
                </a:solidFill>
              </a:rPr>
              <a:t>LDR &lt; Threshold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82391" y="2018330"/>
            <a:ext cx="0" cy="137160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82391" y="2722418"/>
            <a:ext cx="0" cy="146304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82391" y="3435650"/>
            <a:ext cx="0" cy="146304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82391" y="4148881"/>
            <a:ext cx="0" cy="201169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38523" y="4857543"/>
            <a:ext cx="420625" cy="0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38523" y="4551218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191919"/>
                </a:solidFill>
                <a:latin typeface="Arial"/>
              </a:rP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31130" y="4615226"/>
            <a:ext cx="731520" cy="384048"/>
          </a:xfrm>
          <a:prstGeom prst="rect">
            <a:avLst/>
          </a:prstGeom>
          <a:solidFill>
            <a:srgbClr val="F5F5F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91919"/>
                </a:solidFill>
                <a:latin typeface="Arial"/>
              </a:rPr>
              <a:t>LIGHT OFF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82391" y="5264450"/>
            <a:ext cx="0" cy="320040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14979" y="528273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191919"/>
                </a:solidFill>
                <a:latin typeface="Arial"/>
              </a:rPr>
              <a:t>YES</a:t>
            </a:r>
          </a:p>
        </p:txBody>
      </p:sp>
      <p:sp>
        <p:nvSpPr>
          <p:cNvPr id="23" name="Diamond 22"/>
          <p:cNvSpPr/>
          <p:nvPr/>
        </p:nvSpPr>
        <p:spPr>
          <a:xfrm>
            <a:off x="3736570" y="5474762"/>
            <a:ext cx="1719071" cy="932688"/>
          </a:xfrm>
          <a:prstGeom prst="diamond">
            <a:avLst/>
          </a:prstGeom>
          <a:solidFill>
            <a:srgbClr val="FFF8D7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 dirty="0">
                <a:solidFill>
                  <a:srgbClr val="191919"/>
                </a:solidFill>
                <a:latin typeface="Arial"/>
              </a:rPr>
              <a:t>Motion Detected?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chemeClr val="accent2"/>
                </a:solidFill>
              </a:rPr>
              <a:t>PIR = HIGH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64786" y="5941106"/>
            <a:ext cx="594362" cy="36576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38523" y="5721650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191919"/>
                </a:solidFill>
                <a:latin typeface="Arial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70202" y="5707932"/>
            <a:ext cx="731520" cy="384048"/>
          </a:xfrm>
          <a:prstGeom prst="rect">
            <a:avLst/>
          </a:prstGeom>
          <a:solidFill>
            <a:srgbClr val="F5F5F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91919"/>
                </a:solidFill>
                <a:latin typeface="Arial"/>
              </a:rPr>
              <a:t>LIGHT OFF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82391" y="6389162"/>
            <a:ext cx="0" cy="246888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14979" y="6416594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191919"/>
                </a:solidFill>
                <a:latin typeface="Arial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36571" y="6608618"/>
            <a:ext cx="1691640" cy="365760"/>
          </a:xfrm>
          <a:prstGeom prst="rect">
            <a:avLst/>
          </a:prstGeom>
          <a:solidFill>
            <a:srgbClr val="E6F5E8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91919"/>
                </a:solidFill>
                <a:latin typeface="Arial"/>
              </a:rPr>
              <a:t>LIGHT 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36571" y="7047530"/>
            <a:ext cx="1691640" cy="256032"/>
          </a:xfrm>
          <a:prstGeom prst="rect">
            <a:avLst/>
          </a:prstGeom>
          <a:solidFill>
            <a:srgbClr val="F5F5F5"/>
          </a:solidFill>
          <a:ln w="1524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91919"/>
                </a:solidFill>
                <a:latin typeface="Arial"/>
              </a:rPr>
              <a:t>Wait 30 Seconds</a:t>
            </a:r>
          </a:p>
        </p:txBody>
      </p:sp>
      <p:sp>
        <p:nvSpPr>
          <p:cNvPr id="53" name="Minus 52"/>
          <p:cNvSpPr/>
          <p:nvPr/>
        </p:nvSpPr>
        <p:spPr>
          <a:xfrm>
            <a:off x="4582391" y="454156"/>
            <a:ext cx="239188" cy="86171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ysClr val="windowText" lastClr="000000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41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Sathya Lakshmi</dc:creator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2026-10-02T12:45:03Z</dcterms:modified>
  <cp:category/>
</cp:coreProperties>
</file>